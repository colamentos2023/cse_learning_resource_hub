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5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725F0-4E3E-AB8E-98BE-AE04112D0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75D249-5D7B-D07C-649C-01A065EF5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576531-09A7-B116-21DB-3F4B6295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8AFF94-6B55-484D-5793-7A44D2DF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B25C1-7303-45CF-38B1-9D65197C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77CD3-73A6-9B1D-5568-E09B9F75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269C2-4DB7-4BC8-ED61-089521322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0B5E3-4B01-34D8-C7B2-66DED9B6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DBCEC3-D32A-C009-C41B-2AB9AEC7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9AEDDD-D829-FFF9-76CA-C2E3AC2C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03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37F8D-37D2-5A6F-F980-D5D95B08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1B6E73-A505-23C0-5AAA-42E057B47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3A5832-800E-0899-BF4D-11AA9BD9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0AE35-F503-EB9F-410E-6D3DAEF6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F00906-F973-12CA-5DCF-B7970DD0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01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F0DE8-D5D8-F3CE-7057-B454200B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D405AD-3A1A-2C15-0EC6-0F2578A9E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4DDE81-1F82-DF3D-746F-FA8261FBC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CDCABA-8F13-DB5D-85F2-A3622D701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40FEDF-8743-5C2B-6B71-61F96B58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6FC9FF-C412-916F-25B4-91ED96C0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79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65E6E-614F-CCB9-0260-7B72A5E60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D8582C-D7EF-58D4-F1F3-FAC819599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D7763C-8D48-12BE-9FB4-F3B41DA52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618E16-D279-9C14-6B5A-43D633A0F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F577D3-D42D-E51B-8181-16654D293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C7245B-86D4-2957-4027-CF7C6835E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EF3700-BFD1-ACE9-155A-11A928D2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AE433B-785F-2FFB-01A6-A9976F57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99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CD056-F362-A16B-7015-C5D665BD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157D04-E1F9-9EF9-DDEA-0D6B51C8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4D7B12-A97A-7A8A-8E4D-6CF16F684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D04887-21A0-9F50-7828-B845CEF0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98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0D4C10-0D65-A81F-CB9B-EBFD1283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0C7AFC-17E4-7B5E-C9BF-D8AA7E05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D449D-D7B4-53AD-26D8-D8FF7AEE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35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E71D5-1974-C00F-0999-B694E8945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56B63-B6FD-2947-72C0-04B912B90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24FC34-C235-C278-CE35-7A4330A65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EBE668-A6AE-534A-8A97-67524C74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5E96C1-AF1B-44CC-87BD-2DD2BF53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47017D-3108-693E-FBCB-CBCC53B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4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1FC07-FCD5-5597-35B5-9D918F18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B3208E-C2FC-1E74-7491-A02BFBDB0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80E233-5E78-4E3F-7BEE-63CB6CE47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8394C9-CE24-B2F0-C06B-7D63A0DB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E774D1-2CB2-CF17-13BE-61DE15DA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8E002F-3562-E628-4019-AB17418C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0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4E674-DE05-CA25-095F-A503D79F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EEB8FE-9577-B547-BE45-7CD948283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399F0-F24C-4808-BE9D-85480E249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C6BF15-5F03-D769-DEB9-25356695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FC438-6A1A-E755-483C-36C4E17F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07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DA91FD-BFDE-825E-A829-952CCFE10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72F631-2C34-6F3D-9400-932B4E8AE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41D48F-3DA1-4F52-CF89-907C8051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1F7742-6BCD-46F4-B770-8522F3B5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59165-B9CC-ECC2-10CE-7ACEE789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89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C413A2-76E5-F207-0982-C9DF8C39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9284E5-715E-DE03-8B45-F001F5367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4FC21E-17DE-4D91-C940-7071BDFC3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7A4F5-7CFA-43B8-ACE5-E31A545DA01A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A8767-EC8F-7A56-75D5-64FB62AE6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C40203-55B4-9E69-F676-627B6AD3E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FC05B-B303-4199-BD70-102A207F5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35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DD7205B3-6523-87CF-1FCA-B8FEF5601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75" y="173835"/>
            <a:ext cx="8461981" cy="6210341"/>
          </a:xfrm>
          <a:prstGeom prst="rect">
            <a:avLst/>
          </a:prstGeom>
        </p:spPr>
      </p:pic>
      <p:pic>
        <p:nvPicPr>
          <p:cNvPr id="9" name="图片 8" descr="折线图&#10;&#10;AI 生成的内容可能不正确。">
            <a:extLst>
              <a:ext uri="{FF2B5EF4-FFF2-40B4-BE49-F238E27FC236}">
                <a16:creationId xmlns:a16="http://schemas.microsoft.com/office/drawing/2014/main" id="{71AB6110-8C57-2506-CAE6-407DBF134E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64" y="2194968"/>
            <a:ext cx="5590703" cy="4383942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7DD9357-ADA5-2A44-7160-F667AE115473}"/>
              </a:ext>
            </a:extLst>
          </p:cNvPr>
          <p:cNvCxnSpPr/>
          <p:nvPr/>
        </p:nvCxnSpPr>
        <p:spPr>
          <a:xfrm>
            <a:off x="5265369" y="824443"/>
            <a:ext cx="0" cy="52916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81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44A860B-7A4F-AA7C-D187-CC7531EE360D}"/>
              </a:ext>
            </a:extLst>
          </p:cNvPr>
          <p:cNvGrpSpPr/>
          <p:nvPr/>
        </p:nvGrpSpPr>
        <p:grpSpPr>
          <a:xfrm>
            <a:off x="1080023" y="421807"/>
            <a:ext cx="9271394" cy="5420131"/>
            <a:chOff x="1080023" y="421807"/>
            <a:chExt cx="9271394" cy="5420131"/>
          </a:xfrm>
        </p:grpSpPr>
        <p:pic>
          <p:nvPicPr>
            <p:cNvPr id="7" name="图片 6" descr="形状&#10;&#10;AI 生成的内容可能不正确。">
              <a:extLst>
                <a:ext uri="{FF2B5EF4-FFF2-40B4-BE49-F238E27FC236}">
                  <a16:creationId xmlns:a16="http://schemas.microsoft.com/office/drawing/2014/main" id="{E91F1C05-CFCA-3C4C-E336-F4102C4CB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26" b="13976"/>
            <a:stretch/>
          </p:blipFill>
          <p:spPr>
            <a:xfrm>
              <a:off x="1271711" y="421807"/>
              <a:ext cx="9079706" cy="4968752"/>
            </a:xfrm>
            <a:prstGeom prst="rect">
              <a:avLst/>
            </a:prstGeom>
          </p:spPr>
        </p:pic>
        <p:pic>
          <p:nvPicPr>
            <p:cNvPr id="12" name="图片 11" descr="形状, 圆圈&#10;&#10;AI 生成的内容可能不正确。">
              <a:extLst>
                <a:ext uri="{FF2B5EF4-FFF2-40B4-BE49-F238E27FC236}">
                  <a16:creationId xmlns:a16="http://schemas.microsoft.com/office/drawing/2014/main" id="{200AEAB9-C73E-BD0B-86F7-DE1986783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599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023" y="755364"/>
              <a:ext cx="6413772" cy="5086574"/>
            </a:xfrm>
            <a:prstGeom prst="rect">
              <a:avLst/>
            </a:prstGeom>
          </p:spPr>
        </p:pic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A427B551-D628-448C-4F39-7ED6DCA219C9}"/>
                </a:ext>
              </a:extLst>
            </p:cNvPr>
            <p:cNvSpPr/>
            <p:nvPr/>
          </p:nvSpPr>
          <p:spPr>
            <a:xfrm>
              <a:off x="1678781" y="4787900"/>
              <a:ext cx="197644" cy="148431"/>
            </a:xfrm>
            <a:custGeom>
              <a:avLst/>
              <a:gdLst>
                <a:gd name="connsiteX0" fmla="*/ 0 w 142875"/>
                <a:gd name="connsiteY0" fmla="*/ 128587 h 128587"/>
                <a:gd name="connsiteX1" fmla="*/ 14288 w 142875"/>
                <a:gd name="connsiteY1" fmla="*/ 92869 h 128587"/>
                <a:gd name="connsiteX2" fmla="*/ 64294 w 142875"/>
                <a:gd name="connsiteY2" fmla="*/ 71437 h 128587"/>
                <a:gd name="connsiteX3" fmla="*/ 92869 w 142875"/>
                <a:gd name="connsiteY3" fmla="*/ 50006 h 128587"/>
                <a:gd name="connsiteX4" fmla="*/ 114300 w 142875"/>
                <a:gd name="connsiteY4" fmla="*/ 21431 h 128587"/>
                <a:gd name="connsiteX5" fmla="*/ 142875 w 142875"/>
                <a:gd name="connsiteY5" fmla="*/ 0 h 12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128587">
                  <a:moveTo>
                    <a:pt x="0" y="128587"/>
                  </a:moveTo>
                  <a:cubicBezTo>
                    <a:pt x="4763" y="116681"/>
                    <a:pt x="4704" y="101388"/>
                    <a:pt x="14288" y="92869"/>
                  </a:cubicBezTo>
                  <a:cubicBezTo>
                    <a:pt x="27842" y="80821"/>
                    <a:pt x="48373" y="80121"/>
                    <a:pt x="64294" y="71437"/>
                  </a:cubicBezTo>
                  <a:cubicBezTo>
                    <a:pt x="74746" y="65736"/>
                    <a:pt x="84450" y="58425"/>
                    <a:pt x="92869" y="50006"/>
                  </a:cubicBezTo>
                  <a:cubicBezTo>
                    <a:pt x="101288" y="41587"/>
                    <a:pt x="105881" y="29850"/>
                    <a:pt x="114300" y="21431"/>
                  </a:cubicBezTo>
                  <a:cubicBezTo>
                    <a:pt x="122719" y="13012"/>
                    <a:pt x="142875" y="0"/>
                    <a:pt x="1428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5A64753-C8C6-22C9-CD54-41E3FA7DD9E9}"/>
                </a:ext>
              </a:extLst>
            </p:cNvPr>
            <p:cNvCxnSpPr/>
            <p:nvPr/>
          </p:nvCxnSpPr>
          <p:spPr>
            <a:xfrm>
              <a:off x="6316134" y="1820333"/>
              <a:ext cx="1752600" cy="0"/>
            </a:xfrm>
            <a:prstGeom prst="line">
              <a:avLst/>
            </a:prstGeom>
            <a:ln w="47625">
              <a:solidFill>
                <a:srgbClr val="262626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6932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哲雄 王</dc:creator>
  <cp:lastModifiedBy>哲雄 王</cp:lastModifiedBy>
  <cp:revision>2</cp:revision>
  <dcterms:created xsi:type="dcterms:W3CDTF">2025-01-10T08:05:10Z</dcterms:created>
  <dcterms:modified xsi:type="dcterms:W3CDTF">2025-01-10T08:59:18Z</dcterms:modified>
</cp:coreProperties>
</file>