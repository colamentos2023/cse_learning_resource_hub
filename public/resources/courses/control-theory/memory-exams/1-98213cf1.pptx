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60C89-04AC-5557-F58A-82C5FDDCB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4D9712-9043-3CB6-DF1D-10E7F69E1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E14B3-83C4-B152-C6AF-F52C856A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D454A-CF79-C10E-DA64-7621A66A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7F918-FBEC-86D2-5242-7C5DE620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81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28494-05B4-4E1F-2CFC-F8F5BCC8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257D9-4A90-61A3-256C-A0855B0C4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0D561-6769-40B8-87C7-A06B919C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3257E-C5CF-999C-EBF7-B5B2C823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4D8C2-E0DC-1CFD-C8A8-9C75C65B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031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44578-6EE1-9E37-05B8-F88CA23D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E9194E-F4AB-C08F-B9EE-67C343840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4ED7BE-6864-2E5F-5965-380BAAA1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676FA9-1116-1B90-92EA-74E45C7A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508D0-2937-71BE-4886-25CA4014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43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39DDB-1DE4-9CBD-1278-15095B0B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6F3121-C3C5-7B4C-6AC8-54BFD0E0A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5DF46-5665-866B-646E-BD9433F8A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9588B3-C63B-1145-84A1-F8C8908A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B3AEFE-82FB-6DF2-D2F1-F6E3957C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4398E7-80FE-8F37-2739-66E2AB12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953DD-9595-37FA-33BC-CA5FAC7C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9F01EB-5A30-2E54-9DE4-1F9861713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C0E54-8927-7F0C-59C3-EE84C9830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42B35F-1C6E-71A3-60EB-67DBFB2D7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D4B0D2-8C18-F055-4C68-D5AECE453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896000-35EF-41BB-5E0C-F989EA35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62155B-CF9E-9B90-38C3-71A1D013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270FA8-061D-5BE1-D66B-937F52B1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50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70CEE-D2DB-DBAA-DF21-19760DB9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1D83EF-063E-FDD9-80E7-8A8CCA18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20DEAD-8AED-B736-8489-517C15DA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91075C-6DF8-15E0-B7D8-353FB71A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28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EBFA9C-DC3A-4853-3890-2C3A3E50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A7B526-DDC2-279C-6D73-3DA102BA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7BC82-7CF6-7DD5-E218-2955C71C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3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57DB-ACE8-8EB7-5167-B20352D2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68756-09E6-21F7-5555-2D23CD7B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A55E40-2986-DC98-C023-E31C469AC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85DB6C-2CD2-7318-D31B-152E1799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48FFE9-CB1A-F83A-F6BA-6E082F87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90ACE1-2758-C7B4-5B34-1E102D9E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63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5ED6E-9902-A6CC-55CD-3FD2229E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536772-F32F-7BEE-72FA-64232F521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5C8080-A089-8888-28EB-E548F07CB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6E9C4B-6B75-A884-C0CB-7DFFA041A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AFD36B-BB15-1063-EE1F-C2159F9C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E8E3B7-78ED-1E35-F58D-40C36AEA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1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C8CFF-BB2E-AF38-9935-106D5A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9383EF-3A92-E78E-60D8-75258604D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3C36F-8DD2-8195-61D6-863FC4EC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CACE8-5094-9957-4FD4-766064BD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C07DE-AB69-770C-C08B-8CAB07FD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67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8A2F73-BD9B-806E-B85B-DB5675EA2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44C5B1-FB7E-70F1-1124-7FE613B2F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069832-FC7D-7DB9-0576-55C74DD4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0894B-BCDC-7292-ADCD-16D958EC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22D7B-24BB-FCB3-A8F4-FF7F8B91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2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BBD374-7190-B1E8-0D6F-40C3ACCC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A6C40-5E3A-D3B3-4481-980365E4E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FD221-64AF-D52E-8A9F-2409CF852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352F0-3ACB-43D1-8663-3849A3A93F01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D13980-5709-1D3C-6909-8CD1CC4AE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A4401-7EDA-DBF9-02E6-1995DE287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F0C70-097F-4E26-927B-2EF1719CD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85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e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wmf"/><Relationship Id="rId3" Type="http://schemas.openxmlformats.org/officeDocument/2006/relationships/image" Target="../media/image3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4DCC87C-42C6-9AAB-F184-2A9DF7782EF6}"/>
              </a:ext>
            </a:extLst>
          </p:cNvPr>
          <p:cNvGrpSpPr/>
          <p:nvPr/>
        </p:nvGrpSpPr>
        <p:grpSpPr>
          <a:xfrm>
            <a:off x="1294653" y="1199940"/>
            <a:ext cx="7742569" cy="3022808"/>
            <a:chOff x="1294653" y="1199940"/>
            <a:chExt cx="7742569" cy="30228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1D96A8E-626D-8C01-90BF-EC6191DD913D}"/>
                </a:ext>
              </a:extLst>
            </p:cNvPr>
            <p:cNvSpPr/>
            <p:nvPr/>
          </p:nvSpPr>
          <p:spPr>
            <a:xfrm>
              <a:off x="4901007" y="2374899"/>
              <a:ext cx="774103" cy="5206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2560978-0545-8557-E811-085B0651474C}"/>
                </a:ext>
              </a:extLst>
            </p:cNvPr>
            <p:cNvSpPr/>
            <p:nvPr/>
          </p:nvSpPr>
          <p:spPr>
            <a:xfrm>
              <a:off x="2316938" y="2557568"/>
              <a:ext cx="158129" cy="15812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712DA98-233E-4C74-8263-64CA5C63EAB4}"/>
                </a:ext>
              </a:extLst>
            </p:cNvPr>
            <p:cNvCxnSpPr>
              <a:endCxn id="4" idx="2"/>
            </p:cNvCxnSpPr>
            <p:nvPr/>
          </p:nvCxnSpPr>
          <p:spPr>
            <a:xfrm>
              <a:off x="1409414" y="2636632"/>
              <a:ext cx="90752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52CCD9E-E3C8-FA41-8C2B-993534D592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482114"/>
                </p:ext>
              </p:extLst>
            </p:nvPr>
          </p:nvGraphicFramePr>
          <p:xfrm>
            <a:off x="1294653" y="2292505"/>
            <a:ext cx="312500" cy="34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7783" imgH="108739" progId="Equation.DSMT4">
                    <p:embed/>
                  </p:oleObj>
                </mc:Choice>
                <mc:Fallback>
                  <p:oleObj name="Equation" r:id="rId2" imgW="97783" imgH="108739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94653" y="2292505"/>
                          <a:ext cx="312500" cy="34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AE32580-C813-357F-93D3-D581D4DF8C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1489770"/>
                </p:ext>
              </p:extLst>
            </p:nvPr>
          </p:nvGraphicFramePr>
          <p:xfrm>
            <a:off x="5096138" y="2418820"/>
            <a:ext cx="383841" cy="438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203040" progId="Equation.DSMT4">
                    <p:embed/>
                  </p:oleObj>
                </mc:Choice>
                <mc:Fallback>
                  <p:oleObj name="Equation" r:id="rId4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96138" y="2418820"/>
                          <a:ext cx="383841" cy="438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E238622-E57B-1222-CA0C-F1D7467462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023106"/>
                </p:ext>
              </p:extLst>
            </p:nvPr>
          </p:nvGraphicFramePr>
          <p:xfrm>
            <a:off x="8753954" y="2292505"/>
            <a:ext cx="283268" cy="339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52280" progId="Equation.DSMT4">
                    <p:embed/>
                  </p:oleObj>
                </mc:Choice>
                <mc:Fallback>
                  <p:oleObj name="Equation" r:id="rId6" imgW="12672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753954" y="2292505"/>
                          <a:ext cx="283268" cy="3399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EB16577-37E4-AA71-4AAF-E7CEA4C067CB}"/>
                </a:ext>
              </a:extLst>
            </p:cNvPr>
            <p:cNvCxnSpPr>
              <a:cxnSpLocks/>
              <a:stCxn id="4" idx="6"/>
              <a:endCxn id="18" idx="1"/>
            </p:cNvCxnSpPr>
            <p:nvPr/>
          </p:nvCxnSpPr>
          <p:spPr>
            <a:xfrm flipV="1">
              <a:off x="2475067" y="2635250"/>
              <a:ext cx="922182" cy="1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249B8D-C29D-EACE-66C6-FB2F77A54D20}"/>
                </a:ext>
              </a:extLst>
            </p:cNvPr>
            <p:cNvSpPr/>
            <p:nvPr/>
          </p:nvSpPr>
          <p:spPr>
            <a:xfrm>
              <a:off x="3397249" y="2374900"/>
              <a:ext cx="774103" cy="5206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102A590-DB0F-318C-DE18-58F3EDFB533B}"/>
                </a:ext>
              </a:extLst>
            </p:cNvPr>
            <p:cNvSpPr/>
            <p:nvPr/>
          </p:nvSpPr>
          <p:spPr>
            <a:xfrm>
              <a:off x="6404765" y="2374899"/>
              <a:ext cx="774103" cy="5206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EF6CA2A-D218-8E9C-421D-318ACBA0AB2C}"/>
                </a:ext>
              </a:extLst>
            </p:cNvPr>
            <p:cNvCxnSpPr>
              <a:cxnSpLocks/>
              <a:stCxn id="18" idx="3"/>
              <a:endCxn id="22" idx="1"/>
            </p:cNvCxnSpPr>
            <p:nvPr/>
          </p:nvCxnSpPr>
          <p:spPr>
            <a:xfrm flipV="1">
              <a:off x="4171352" y="2635249"/>
              <a:ext cx="72965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A4DBF12D-7EF9-E068-1479-611A0356CB01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>
              <a:off x="5675110" y="2635249"/>
              <a:ext cx="7296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FDE886A5-8955-5984-DFB2-18A79EEC43DD}"/>
                </a:ext>
              </a:extLst>
            </p:cNvPr>
            <p:cNvSpPr/>
            <p:nvPr/>
          </p:nvSpPr>
          <p:spPr>
            <a:xfrm>
              <a:off x="8285938" y="2556183"/>
              <a:ext cx="158129" cy="15812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480019C-3E7B-C22E-9444-A2D8F12C4278}"/>
                </a:ext>
              </a:extLst>
            </p:cNvPr>
            <p:cNvCxnSpPr>
              <a:cxnSpLocks/>
              <a:stCxn id="23" idx="3"/>
              <a:endCxn id="30" idx="2"/>
            </p:cNvCxnSpPr>
            <p:nvPr/>
          </p:nvCxnSpPr>
          <p:spPr>
            <a:xfrm flipV="1">
              <a:off x="7178868" y="2635248"/>
              <a:ext cx="11070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715BF89-7C88-99B5-6E11-C14BA8137357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>
              <a:off x="8444067" y="2635248"/>
              <a:ext cx="5507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6A4084B-A522-1CB3-D555-1930E9AB47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6815176"/>
                </p:ext>
              </p:extLst>
            </p:nvPr>
          </p:nvGraphicFramePr>
          <p:xfrm>
            <a:off x="3623631" y="2411386"/>
            <a:ext cx="360942" cy="446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1276" imgH="174230" progId="Equation.DSMT4">
                    <p:embed/>
                  </p:oleObj>
                </mc:Choice>
                <mc:Fallback>
                  <p:oleObj name="Equation" r:id="rId8" imgW="141276" imgH="17423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623631" y="2411386"/>
                          <a:ext cx="360942" cy="4461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074FBD1-7E77-DEAB-F18C-C3997350ED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056613"/>
                </p:ext>
              </p:extLst>
            </p:nvPr>
          </p:nvGraphicFramePr>
          <p:xfrm>
            <a:off x="6598290" y="2411386"/>
            <a:ext cx="387052" cy="442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03040" progId="Equation.DSMT4">
                    <p:embed/>
                  </p:oleObj>
                </mc:Choice>
                <mc:Fallback>
                  <p:oleObj name="Equation" r:id="rId10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98290" y="2411386"/>
                          <a:ext cx="387052" cy="4423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44FD0857-EE5D-96D5-247D-F3853FAE33BB}"/>
                </a:ext>
              </a:extLst>
            </p:cNvPr>
            <p:cNvGrpSpPr/>
            <p:nvPr/>
          </p:nvGrpSpPr>
          <p:grpSpPr>
            <a:xfrm>
              <a:off x="6042963" y="1199940"/>
              <a:ext cx="774103" cy="520699"/>
              <a:chOff x="6042963" y="1199940"/>
              <a:chExt cx="774103" cy="520699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A5ADCA6C-C406-418B-49C9-DBFC0A7B5E6B}"/>
                  </a:ext>
                </a:extLst>
              </p:cNvPr>
              <p:cNvSpPr/>
              <p:nvPr/>
            </p:nvSpPr>
            <p:spPr>
              <a:xfrm>
                <a:off x="6042963" y="1199940"/>
                <a:ext cx="774103" cy="520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ED86B8C0-E472-7864-13B5-AF764CD8AB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6849500"/>
                  </p:ext>
                </p:extLst>
              </p:nvPr>
            </p:nvGraphicFramePr>
            <p:xfrm>
              <a:off x="6269223" y="1246461"/>
              <a:ext cx="427655" cy="4276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03040" imgH="203040" progId="Equation.DSMT4">
                      <p:embed/>
                    </p:oleObj>
                  </mc:Choice>
                  <mc:Fallback>
                    <p:oleObj name="Equation" r:id="rId12" imgW="2030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269223" y="1246461"/>
                            <a:ext cx="427655" cy="42765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1133F06F-51A2-4531-AF18-AAEEE31CA3A7}"/>
                </a:ext>
              </a:extLst>
            </p:cNvPr>
            <p:cNvGrpSpPr/>
            <p:nvPr/>
          </p:nvGrpSpPr>
          <p:grpSpPr>
            <a:xfrm>
              <a:off x="3977698" y="3702049"/>
              <a:ext cx="774103" cy="520699"/>
              <a:chOff x="3762076" y="3702052"/>
              <a:chExt cx="774103" cy="520699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22257C7-BB39-DBB5-2BBB-38208AD971F1}"/>
                  </a:ext>
                </a:extLst>
              </p:cNvPr>
              <p:cNvSpPr/>
              <p:nvPr/>
            </p:nvSpPr>
            <p:spPr>
              <a:xfrm>
                <a:off x="3762076" y="3702052"/>
                <a:ext cx="774103" cy="520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CDF6793A-94F2-0EB3-8A87-905824C406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1667367"/>
                  </p:ext>
                </p:extLst>
              </p:nvPr>
            </p:nvGraphicFramePr>
            <p:xfrm>
              <a:off x="3943406" y="3742966"/>
              <a:ext cx="411441" cy="4388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90440" imgH="203040" progId="Equation.DSMT4">
                      <p:embed/>
                    </p:oleObj>
                  </mc:Choice>
                  <mc:Fallback>
                    <p:oleObj name="Equation" r:id="rId14" imgW="1904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3943406" y="3742966"/>
                            <a:ext cx="411441" cy="43887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E45F8FC-DE70-BAA7-8D48-060050AF4CE8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flipH="1">
              <a:off x="2389127" y="3962399"/>
              <a:ext cx="15885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925CF10-F2BF-4D9F-CE9E-955732E352C3}"/>
                </a:ext>
              </a:extLst>
            </p:cNvPr>
            <p:cNvCxnSpPr>
              <a:cxnSpLocks/>
              <a:endCxn id="4" idx="4"/>
            </p:cNvCxnSpPr>
            <p:nvPr/>
          </p:nvCxnSpPr>
          <p:spPr>
            <a:xfrm flipV="1">
              <a:off x="2396003" y="2715697"/>
              <a:ext cx="0" cy="12467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100E15D-D929-275A-B789-BABD034D1050}"/>
                </a:ext>
              </a:extLst>
            </p:cNvPr>
            <p:cNvCxnSpPr>
              <a:cxnSpLocks/>
              <a:stCxn id="60" idx="4"/>
            </p:cNvCxnSpPr>
            <p:nvPr/>
          </p:nvCxnSpPr>
          <p:spPr>
            <a:xfrm>
              <a:off x="6033514" y="2659672"/>
              <a:ext cx="14068" cy="129479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D66DF51-77A5-DDCE-417F-399E620A973F}"/>
                </a:ext>
              </a:extLst>
            </p:cNvPr>
            <p:cNvSpPr/>
            <p:nvPr/>
          </p:nvSpPr>
          <p:spPr>
            <a:xfrm>
              <a:off x="5997663" y="2583322"/>
              <a:ext cx="71701" cy="763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E8F6814A-071F-BDFE-354B-D36E3388D17C}"/>
                </a:ext>
              </a:extLst>
            </p:cNvPr>
            <p:cNvCxnSpPr>
              <a:cxnSpLocks/>
              <a:endCxn id="41" idx="3"/>
            </p:cNvCxnSpPr>
            <p:nvPr/>
          </p:nvCxnSpPr>
          <p:spPr>
            <a:xfrm flipH="1">
              <a:off x="4751801" y="3946525"/>
              <a:ext cx="1288906" cy="158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D5AC8680-F2BD-BC03-3FDE-62DC2E7A963B}"/>
                </a:ext>
              </a:extLst>
            </p:cNvPr>
            <p:cNvSpPr/>
            <p:nvPr/>
          </p:nvSpPr>
          <p:spPr>
            <a:xfrm>
              <a:off x="4464478" y="2594383"/>
              <a:ext cx="71701" cy="7635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9034A06-61F5-4EA8-E6B1-DDBD0FC7338D}"/>
                </a:ext>
              </a:extLst>
            </p:cNvPr>
            <p:cNvCxnSpPr>
              <a:cxnSpLocks/>
              <a:endCxn id="71" idx="0"/>
            </p:cNvCxnSpPr>
            <p:nvPr/>
          </p:nvCxnSpPr>
          <p:spPr>
            <a:xfrm>
              <a:off x="4493905" y="1460288"/>
              <a:ext cx="6424" cy="11340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FDA9D051-5AFF-CBFE-62D2-3ACCFD9A0C4D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>
              <a:off x="4493905" y="1460290"/>
              <a:ext cx="1549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007A340-E86A-72CE-DBBF-3672E037E571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H="1">
              <a:off x="6817066" y="1460288"/>
              <a:ext cx="1542634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5F1C9DBD-7820-9807-375C-A34DAB9B7BBB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8359700" y="1460288"/>
              <a:ext cx="5303" cy="10958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96" name="对象 95">
              <a:extLst>
                <a:ext uri="{FF2B5EF4-FFF2-40B4-BE49-F238E27FC236}">
                  <a16:creationId xmlns:a16="http://schemas.microsoft.com/office/drawing/2014/main" id="{85102F89-837C-4B58-D51C-DB74404720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5554778"/>
                </p:ext>
              </p:extLst>
            </p:nvPr>
          </p:nvGraphicFramePr>
          <p:xfrm>
            <a:off x="2251913" y="2244299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26720" progId="Equation.DSMT4">
                    <p:embed/>
                  </p:oleObj>
                </mc:Choice>
                <mc:Fallback>
                  <p:oleObj name="Equation" r:id="rId16" imgW="126720" imgH="126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52CCD9E-E3C8-FA41-8C2B-993534D592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251913" y="2244299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对象 97">
              <a:extLst>
                <a:ext uri="{FF2B5EF4-FFF2-40B4-BE49-F238E27FC236}">
                  <a16:creationId xmlns:a16="http://schemas.microsoft.com/office/drawing/2014/main" id="{BBB30ACE-A06E-6C6F-CDD7-3F344870A8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6728079"/>
                </p:ext>
              </p:extLst>
            </p:nvPr>
          </p:nvGraphicFramePr>
          <p:xfrm>
            <a:off x="2457450" y="2852738"/>
            <a:ext cx="274638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88560" progId="Equation.DSMT4">
                    <p:embed/>
                  </p:oleObj>
                </mc:Choice>
                <mc:Fallback>
                  <p:oleObj name="Equation" r:id="rId18" imgW="126720" imgH="88560" progId="Equation.DSMT4">
                    <p:embed/>
                    <p:pic>
                      <p:nvPicPr>
                        <p:cNvPr id="96" name="对象 95">
                          <a:extLst>
                            <a:ext uri="{FF2B5EF4-FFF2-40B4-BE49-F238E27FC236}">
                              <a16:creationId xmlns:a16="http://schemas.microsoft.com/office/drawing/2014/main" id="{85102F89-837C-4B58-D51C-DB74404720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457450" y="2852738"/>
                          <a:ext cx="274638" cy="193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对象 99">
              <a:extLst>
                <a:ext uri="{FF2B5EF4-FFF2-40B4-BE49-F238E27FC236}">
                  <a16:creationId xmlns:a16="http://schemas.microsoft.com/office/drawing/2014/main" id="{55E3116A-C59B-8985-E072-D9AD997B33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4194491"/>
                </p:ext>
              </p:extLst>
            </p:nvPr>
          </p:nvGraphicFramePr>
          <p:xfrm>
            <a:off x="7927374" y="2311433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26720" progId="Equation.DSMT4">
                    <p:embed/>
                  </p:oleObj>
                </mc:Choice>
                <mc:Fallback>
                  <p:oleObj name="Equation" r:id="rId16" imgW="126720" imgH="126720" progId="Equation.DSMT4">
                    <p:embed/>
                    <p:pic>
                      <p:nvPicPr>
                        <p:cNvPr id="96" name="对象 95">
                          <a:extLst>
                            <a:ext uri="{FF2B5EF4-FFF2-40B4-BE49-F238E27FC236}">
                              <a16:creationId xmlns:a16="http://schemas.microsoft.com/office/drawing/2014/main" id="{85102F89-837C-4B58-D51C-DB74404720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927374" y="2311433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对象 100">
              <a:extLst>
                <a:ext uri="{FF2B5EF4-FFF2-40B4-BE49-F238E27FC236}">
                  <a16:creationId xmlns:a16="http://schemas.microsoft.com/office/drawing/2014/main" id="{84D4BE9D-FAD9-C699-1150-0251EC98A8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4194491"/>
                </p:ext>
              </p:extLst>
            </p:nvPr>
          </p:nvGraphicFramePr>
          <p:xfrm>
            <a:off x="8418330" y="2100471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26720" progId="Equation.DSMT4">
                    <p:embed/>
                  </p:oleObj>
                </mc:Choice>
                <mc:Fallback>
                  <p:oleObj name="Equation" r:id="rId16" imgW="126720" imgH="126720" progId="Equation.DSMT4">
                    <p:embed/>
                    <p:pic>
                      <p:nvPicPr>
                        <p:cNvPr id="100" name="对象 99">
                          <a:extLst>
                            <a:ext uri="{FF2B5EF4-FFF2-40B4-BE49-F238E27FC236}">
                              <a16:creationId xmlns:a16="http://schemas.microsoft.com/office/drawing/2014/main" id="{55E3116A-C59B-8985-E072-D9AD997B33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418330" y="2100471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7147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BD8887E-6C36-8203-C5BB-7DE7768D9CAC}"/>
              </a:ext>
            </a:extLst>
          </p:cNvPr>
          <p:cNvCxnSpPr>
            <a:cxnSpLocks/>
          </p:cNvCxnSpPr>
          <p:nvPr/>
        </p:nvCxnSpPr>
        <p:spPr>
          <a:xfrm>
            <a:off x="183864" y="1392032"/>
            <a:ext cx="9075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FCA3E5-18AF-7092-F392-8ADF70448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691920"/>
              </p:ext>
            </p:extLst>
          </p:nvPr>
        </p:nvGraphicFramePr>
        <p:xfrm>
          <a:off x="7528404" y="1047905"/>
          <a:ext cx="283268" cy="339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52280" progId="Equation.DSMT4">
                  <p:embed/>
                </p:oleObj>
              </mc:Choice>
              <mc:Fallback>
                <p:oleObj name="Equation" r:id="rId2" imgW="126720" imgH="152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E238622-E57B-1222-CA0C-F1D7467462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8404" y="1047905"/>
                        <a:ext cx="283268" cy="339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772D5A3-6286-309A-A0BF-52A77E57CF82}"/>
              </a:ext>
            </a:extLst>
          </p:cNvPr>
          <p:cNvCxnSpPr>
            <a:cxnSpLocks/>
          </p:cNvCxnSpPr>
          <p:nvPr/>
        </p:nvCxnSpPr>
        <p:spPr>
          <a:xfrm flipV="1">
            <a:off x="1177473" y="1390600"/>
            <a:ext cx="922182" cy="1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323B20E-B85E-36FA-ACF8-26CA5F182590}"/>
              </a:ext>
            </a:extLst>
          </p:cNvPr>
          <p:cNvCxnSpPr>
            <a:cxnSpLocks/>
          </p:cNvCxnSpPr>
          <p:nvPr/>
        </p:nvCxnSpPr>
        <p:spPr>
          <a:xfrm flipV="1">
            <a:off x="2873758" y="1390599"/>
            <a:ext cx="7296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337FD28-6344-F597-BFEC-CCE6E3E108C1}"/>
              </a:ext>
            </a:extLst>
          </p:cNvPr>
          <p:cNvCxnSpPr>
            <a:cxnSpLocks/>
          </p:cNvCxnSpPr>
          <p:nvPr/>
        </p:nvCxnSpPr>
        <p:spPr>
          <a:xfrm>
            <a:off x="4449560" y="1390649"/>
            <a:ext cx="768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00982857-12E8-19D7-EAE1-C3A7F08FE40E}"/>
              </a:ext>
            </a:extLst>
          </p:cNvPr>
          <p:cNvSpPr/>
          <p:nvPr/>
        </p:nvSpPr>
        <p:spPr>
          <a:xfrm>
            <a:off x="7060388" y="1311583"/>
            <a:ext cx="158129" cy="158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C7E58D1-759B-DB4F-34CA-D1E1AD04BF4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992194" y="1390648"/>
            <a:ext cx="10681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D75E07-9048-FB4E-751D-18F6C83075CC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7218517" y="1390648"/>
            <a:ext cx="550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9D26E71-ACE6-22D2-C6F8-C9F643A78688}"/>
              </a:ext>
            </a:extLst>
          </p:cNvPr>
          <p:cNvSpPr/>
          <p:nvPr/>
        </p:nvSpPr>
        <p:spPr>
          <a:xfrm>
            <a:off x="4772113" y="1338722"/>
            <a:ext cx="71701" cy="763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BEF3F55-872B-BB08-2C65-B826FB2D281A}"/>
              </a:ext>
            </a:extLst>
          </p:cNvPr>
          <p:cNvSpPr/>
          <p:nvPr/>
        </p:nvSpPr>
        <p:spPr>
          <a:xfrm>
            <a:off x="3238928" y="1349783"/>
            <a:ext cx="71701" cy="763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FF0D8C8-8771-1F5D-B954-F6DD549A6DC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3268355" y="215688"/>
            <a:ext cx="6424" cy="1134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890DC4-F6E1-55DD-507B-7063865BB877}"/>
              </a:ext>
            </a:extLst>
          </p:cNvPr>
          <p:cNvCxnSpPr>
            <a:cxnSpLocks/>
          </p:cNvCxnSpPr>
          <p:nvPr/>
        </p:nvCxnSpPr>
        <p:spPr>
          <a:xfrm>
            <a:off x="3268355" y="215690"/>
            <a:ext cx="15490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9A4A8A8-CEE4-FB7C-73D4-F8831319ECF7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134150" y="215688"/>
            <a:ext cx="5303" cy="1095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808CE56C-D1E1-3ACA-403B-61E421C2E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083040"/>
              </p:ext>
            </p:extLst>
          </p:nvPr>
        </p:nvGraphicFramePr>
        <p:xfrm>
          <a:off x="6701824" y="1066833"/>
          <a:ext cx="274428" cy="27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26720" progId="Equation.DSMT4">
                  <p:embed/>
                </p:oleObj>
              </mc:Choice>
              <mc:Fallback>
                <p:oleObj name="Equation" r:id="rId4" imgW="126720" imgH="126720" progId="Equation.DSMT4">
                  <p:embed/>
                  <p:pic>
                    <p:nvPicPr>
                      <p:cNvPr id="100" name="对象 99">
                        <a:extLst>
                          <a:ext uri="{FF2B5EF4-FFF2-40B4-BE49-F238E27FC236}">
                            <a16:creationId xmlns:a16="http://schemas.microsoft.com/office/drawing/2014/main" id="{55E3116A-C59B-8985-E072-D9AD997B3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01824" y="1066833"/>
                        <a:ext cx="274428" cy="274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5D4AA349-A1AB-C343-A1F7-B60F47D4C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90846"/>
              </p:ext>
            </p:extLst>
          </p:nvPr>
        </p:nvGraphicFramePr>
        <p:xfrm>
          <a:off x="7192780" y="855871"/>
          <a:ext cx="274428" cy="27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26720" progId="Equation.DSMT4">
                  <p:embed/>
                </p:oleObj>
              </mc:Choice>
              <mc:Fallback>
                <p:oleObj name="Equation" r:id="rId4" imgW="126720" imgH="126720" progId="Equation.DSMT4">
                  <p:embed/>
                  <p:pic>
                    <p:nvPicPr>
                      <p:cNvPr id="101" name="对象 100">
                        <a:extLst>
                          <a:ext uri="{FF2B5EF4-FFF2-40B4-BE49-F238E27FC236}">
                            <a16:creationId xmlns:a16="http://schemas.microsoft.com/office/drawing/2014/main" id="{84D4BE9D-FAD9-C699-1150-0251EC98A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92780" y="855871"/>
                        <a:ext cx="274428" cy="274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1222DAED-2B68-CDF3-94CB-C9F7C1E9C920}"/>
              </a:ext>
            </a:extLst>
          </p:cNvPr>
          <p:cNvGrpSpPr/>
          <p:nvPr/>
        </p:nvGrpSpPr>
        <p:grpSpPr>
          <a:xfrm>
            <a:off x="1597855" y="3305612"/>
            <a:ext cx="8790745" cy="2561576"/>
            <a:chOff x="1597855" y="3305612"/>
            <a:chExt cx="8790745" cy="2561576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1D1086D-8E63-A5E5-BEDF-77CC64A06B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7615786"/>
                </p:ext>
              </p:extLst>
            </p:nvPr>
          </p:nvGraphicFramePr>
          <p:xfrm>
            <a:off x="1614877" y="3951852"/>
            <a:ext cx="486901" cy="386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200" imgH="190440" progId="Equation.DSMT4">
                    <p:embed/>
                  </p:oleObj>
                </mc:Choice>
                <mc:Fallback>
                  <p:oleObj name="Equation" r:id="rId6" imgW="241200" imgH="1904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52CCD9E-E3C8-FA41-8C2B-993534D592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614877" y="3951852"/>
                          <a:ext cx="486901" cy="3864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BB0EC5B-2F3B-443F-5D6D-BAFA27630795}"/>
                </a:ext>
              </a:extLst>
            </p:cNvPr>
            <p:cNvSpPr/>
            <p:nvPr/>
          </p:nvSpPr>
          <p:spPr>
            <a:xfrm>
              <a:off x="6783096" y="4085615"/>
              <a:ext cx="1122653" cy="5206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执行机构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A9710990-5DC0-A110-4F8F-9B08722212EA}"/>
                </a:ext>
              </a:extLst>
            </p:cNvPr>
            <p:cNvCxnSpPr>
              <a:cxnSpLocks/>
              <a:endCxn id="81" idx="4"/>
            </p:cNvCxnSpPr>
            <p:nvPr/>
          </p:nvCxnSpPr>
          <p:spPr>
            <a:xfrm flipV="1">
              <a:off x="2388755" y="4492487"/>
              <a:ext cx="5977" cy="13747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10057EA-42F0-5DF5-7F8E-87B078CFB4C5}"/>
                </a:ext>
              </a:extLst>
            </p:cNvPr>
            <p:cNvCxnSpPr>
              <a:cxnSpLocks/>
            </p:cNvCxnSpPr>
            <p:nvPr/>
          </p:nvCxnSpPr>
          <p:spPr>
            <a:xfrm>
              <a:off x="9979367" y="4338330"/>
              <a:ext cx="0" cy="15288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49E26D9-62A9-8877-953E-187688F250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8755" y="5867188"/>
              <a:ext cx="75906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D665C098-C123-C777-0B47-0B39EAA491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2684207"/>
                </p:ext>
              </p:extLst>
            </p:nvPr>
          </p:nvGraphicFramePr>
          <p:xfrm>
            <a:off x="2268371" y="3931176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96" name="对象 95">
                          <a:extLst>
                            <a:ext uri="{FF2B5EF4-FFF2-40B4-BE49-F238E27FC236}">
                              <a16:creationId xmlns:a16="http://schemas.microsoft.com/office/drawing/2014/main" id="{85102F89-837C-4B58-D51C-DB74404720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68371" y="3931176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C10200AB-65BA-8611-0CD8-F541B8E412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3462821"/>
                </p:ext>
              </p:extLst>
            </p:nvPr>
          </p:nvGraphicFramePr>
          <p:xfrm>
            <a:off x="2099655" y="4672395"/>
            <a:ext cx="274638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88560" progId="Equation.DSMT4">
                    <p:embed/>
                  </p:oleObj>
                </mc:Choice>
                <mc:Fallback>
                  <p:oleObj name="Equation" r:id="rId8" imgW="126720" imgH="88560" progId="Equation.DSMT4">
                    <p:embed/>
                    <p:pic>
                      <p:nvPicPr>
                        <p:cNvPr id="98" name="对象 97">
                          <a:extLst>
                            <a:ext uri="{FF2B5EF4-FFF2-40B4-BE49-F238E27FC236}">
                              <a16:creationId xmlns:a16="http://schemas.microsoft.com/office/drawing/2014/main" id="{BBB30ACE-A06E-6C6F-CDD7-3F344870A8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99655" y="4672395"/>
                          <a:ext cx="274638" cy="193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ECF8511-8FAE-5492-3EFF-FC79B95C0CC3}"/>
                </a:ext>
              </a:extLst>
            </p:cNvPr>
            <p:cNvGrpSpPr/>
            <p:nvPr/>
          </p:nvGrpSpPr>
          <p:grpSpPr>
            <a:xfrm>
              <a:off x="3308350" y="3305612"/>
              <a:ext cx="2688908" cy="2086412"/>
              <a:chOff x="6045200" y="2956362"/>
              <a:chExt cx="2688908" cy="2086412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25D5543-A2BD-57A9-CC4A-DDEA032D116A}"/>
                  </a:ext>
                </a:extLst>
              </p:cNvPr>
              <p:cNvSpPr/>
              <p:nvPr/>
            </p:nvSpPr>
            <p:spPr>
              <a:xfrm>
                <a:off x="6990195" y="3739219"/>
                <a:ext cx="774103" cy="520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积分</a:t>
                </a: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B03902B4-ADAD-ECBE-C088-B6B2BDA9E4EF}"/>
                  </a:ext>
                </a:extLst>
              </p:cNvPr>
              <p:cNvSpPr/>
              <p:nvPr/>
            </p:nvSpPr>
            <p:spPr>
              <a:xfrm>
                <a:off x="6990195" y="4522075"/>
                <a:ext cx="774103" cy="520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微分</a:t>
                </a: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29A7C44-87A5-7D92-F14D-30EFE72FF0B1}"/>
                  </a:ext>
                </a:extLst>
              </p:cNvPr>
              <p:cNvSpPr/>
              <p:nvPr/>
            </p:nvSpPr>
            <p:spPr>
              <a:xfrm>
                <a:off x="6990195" y="2956362"/>
                <a:ext cx="774103" cy="520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比例</a:t>
                </a:r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F877A806-BEEE-9B0E-1D2B-13AFE448F6DE}"/>
                  </a:ext>
                </a:extLst>
              </p:cNvPr>
              <p:cNvGrpSpPr/>
              <p:nvPr/>
            </p:nvGrpSpPr>
            <p:grpSpPr>
              <a:xfrm>
                <a:off x="8466595" y="3855898"/>
                <a:ext cx="267513" cy="287339"/>
                <a:chOff x="8685987" y="3829050"/>
                <a:chExt cx="321487" cy="328647"/>
              </a:xfrm>
            </p:grpSpPr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D8ABF979-CA1C-80AB-684E-ADDC0457542A}"/>
                    </a:ext>
                  </a:extLst>
                </p:cNvPr>
                <p:cNvSpPr/>
                <p:nvPr/>
              </p:nvSpPr>
              <p:spPr>
                <a:xfrm>
                  <a:off x="8685987" y="3829050"/>
                  <a:ext cx="321487" cy="328647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7648083C-F418-4CF3-E978-C67BDC52AEA2}"/>
                    </a:ext>
                  </a:extLst>
                </p:cNvPr>
                <p:cNvCxnSpPr>
                  <a:stCxn id="49" idx="1"/>
                  <a:endCxn id="49" idx="5"/>
                </p:cNvCxnSpPr>
                <p:nvPr/>
              </p:nvCxnSpPr>
              <p:spPr>
                <a:xfrm>
                  <a:off x="8733068" y="3877179"/>
                  <a:ext cx="227325" cy="23238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40031F15-218C-C4F1-DEBE-EBFCAD183516}"/>
                    </a:ext>
                  </a:extLst>
                </p:cNvPr>
                <p:cNvCxnSpPr>
                  <a:stCxn id="49" idx="7"/>
                  <a:endCxn id="49" idx="3"/>
                </p:cNvCxnSpPr>
                <p:nvPr/>
              </p:nvCxnSpPr>
              <p:spPr>
                <a:xfrm flipH="1">
                  <a:off x="8733068" y="3877179"/>
                  <a:ext cx="227325" cy="23238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8EAF556F-0A13-2249-6ADF-134D53417103}"/>
                  </a:ext>
                </a:extLst>
              </p:cNvPr>
              <p:cNvCxnSpPr>
                <a:stCxn id="45" idx="3"/>
                <a:endCxn id="49" idx="2"/>
              </p:cNvCxnSpPr>
              <p:nvPr/>
            </p:nvCxnSpPr>
            <p:spPr>
              <a:xfrm flipV="1">
                <a:off x="7764298" y="3999568"/>
                <a:ext cx="702297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17AD3B8-03F1-019B-7ED7-295C239DFBB3}"/>
                  </a:ext>
                </a:extLst>
              </p:cNvPr>
              <p:cNvCxnSpPr>
                <a:stCxn id="47" idx="3"/>
              </p:cNvCxnSpPr>
              <p:nvPr/>
            </p:nvCxnSpPr>
            <p:spPr>
              <a:xfrm flipV="1">
                <a:off x="7764298" y="3216711"/>
                <a:ext cx="836053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BD190539-95CD-EF2F-06D4-DA419EDF1BBB}"/>
                  </a:ext>
                </a:extLst>
              </p:cNvPr>
              <p:cNvCxnSpPr>
                <a:endCxn id="49" idx="0"/>
              </p:cNvCxnSpPr>
              <p:nvPr/>
            </p:nvCxnSpPr>
            <p:spPr>
              <a:xfrm>
                <a:off x="8600351" y="3216711"/>
                <a:ext cx="1" cy="6391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58C4F12-DEAC-754F-D5AF-A67ABF0BAAA4}"/>
                  </a:ext>
                </a:extLst>
              </p:cNvPr>
              <p:cNvCxnSpPr>
                <a:cxnSpLocks/>
                <a:stCxn id="46" idx="3"/>
              </p:cNvCxnSpPr>
              <p:nvPr/>
            </p:nvCxnSpPr>
            <p:spPr>
              <a:xfrm flipV="1">
                <a:off x="7764298" y="4782423"/>
                <a:ext cx="864139" cy="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69495687-D20B-7799-8D04-FDE976C93F2A}"/>
                  </a:ext>
                </a:extLst>
              </p:cNvPr>
              <p:cNvCxnSpPr>
                <a:cxnSpLocks/>
                <a:endCxn id="49" idx="4"/>
              </p:cNvCxnSpPr>
              <p:nvPr/>
            </p:nvCxnSpPr>
            <p:spPr>
              <a:xfrm flipH="1" flipV="1">
                <a:off x="8600352" y="4143237"/>
                <a:ext cx="14042" cy="639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BBA77CCC-DA8E-0160-84C5-4576480CB254}"/>
                  </a:ext>
                </a:extLst>
              </p:cNvPr>
              <p:cNvCxnSpPr>
                <a:cxnSpLocks/>
                <a:stCxn id="47" idx="1"/>
              </p:cNvCxnSpPr>
              <p:nvPr/>
            </p:nvCxnSpPr>
            <p:spPr>
              <a:xfrm flipH="1">
                <a:off x="6045200" y="3216712"/>
                <a:ext cx="94499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F2A10F81-DF21-B3A6-9D49-428960D572EC}"/>
                  </a:ext>
                </a:extLst>
              </p:cNvPr>
              <p:cNvCxnSpPr>
                <a:cxnSpLocks/>
                <a:stCxn id="45" idx="1"/>
              </p:cNvCxnSpPr>
              <p:nvPr/>
            </p:nvCxnSpPr>
            <p:spPr>
              <a:xfrm flipH="1">
                <a:off x="6056313" y="3999569"/>
                <a:ext cx="93388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C99580C0-4A16-15DE-9756-0B6FEAACAAFE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>
                <a:off x="6070600" y="4782425"/>
                <a:ext cx="919595" cy="67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1E6C962A-8FD7-0C1E-7F6A-BD46883EA3BA}"/>
                  </a:ext>
                </a:extLst>
              </p:cNvPr>
              <p:cNvCxnSpPr/>
              <p:nvPr/>
            </p:nvCxnSpPr>
            <p:spPr>
              <a:xfrm>
                <a:off x="6045200" y="3216711"/>
                <a:ext cx="25400" cy="15657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647FF885-D7E9-19E3-30F0-924734CE8DAA}"/>
                </a:ext>
              </a:extLst>
            </p:cNvPr>
            <p:cNvGrpSpPr/>
            <p:nvPr/>
          </p:nvGrpSpPr>
          <p:grpSpPr>
            <a:xfrm>
              <a:off x="2260975" y="4205148"/>
              <a:ext cx="267513" cy="287339"/>
              <a:chOff x="8685987" y="3829050"/>
              <a:chExt cx="321487" cy="328647"/>
            </a:xfrm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C47BA34C-E8E9-9FF3-EF92-F86FBCE778E5}"/>
                  </a:ext>
                </a:extLst>
              </p:cNvPr>
              <p:cNvSpPr/>
              <p:nvPr/>
            </p:nvSpPr>
            <p:spPr>
              <a:xfrm>
                <a:off x="8685987" y="3829050"/>
                <a:ext cx="321487" cy="32864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C6702E79-1A28-55AF-FAF3-6470E9844380}"/>
                  </a:ext>
                </a:extLst>
              </p:cNvPr>
              <p:cNvCxnSpPr>
                <a:stCxn id="81" idx="1"/>
                <a:endCxn id="81" idx="5"/>
              </p:cNvCxnSpPr>
              <p:nvPr/>
            </p:nvCxnSpPr>
            <p:spPr>
              <a:xfrm>
                <a:off x="8733068" y="3877179"/>
                <a:ext cx="227325" cy="23238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ABF4D53-433E-7A5A-3C6D-C441C5C8233F}"/>
                  </a:ext>
                </a:extLst>
              </p:cNvPr>
              <p:cNvCxnSpPr>
                <a:stCxn id="81" idx="7"/>
                <a:endCxn id="81" idx="3"/>
              </p:cNvCxnSpPr>
              <p:nvPr/>
            </p:nvCxnSpPr>
            <p:spPr>
              <a:xfrm flipH="1">
                <a:off x="8733068" y="3877179"/>
                <a:ext cx="227325" cy="23238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875B13F1-C6D2-B1F3-F6C2-40FF0E321DDA}"/>
                </a:ext>
              </a:extLst>
            </p:cNvPr>
            <p:cNvCxnSpPr>
              <a:cxnSpLocks/>
              <a:stCxn id="81" idx="6"/>
            </p:cNvCxnSpPr>
            <p:nvPr/>
          </p:nvCxnSpPr>
          <p:spPr>
            <a:xfrm>
              <a:off x="2528488" y="4348818"/>
              <a:ext cx="7909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D479EF41-4AD0-77B7-B6C2-ABAC1761743D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597855" y="4345965"/>
              <a:ext cx="663120" cy="28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F4DAF86-1CEA-471C-EE4B-04422BE69D28}"/>
                </a:ext>
              </a:extLst>
            </p:cNvPr>
            <p:cNvCxnSpPr>
              <a:cxnSpLocks/>
              <a:stCxn id="49" idx="6"/>
              <a:endCxn id="37" idx="1"/>
            </p:cNvCxnSpPr>
            <p:nvPr/>
          </p:nvCxnSpPr>
          <p:spPr>
            <a:xfrm flipV="1">
              <a:off x="5997258" y="4345965"/>
              <a:ext cx="785838" cy="28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9A3FAAF1-E36C-A6A5-FEF0-0518A6347792}"/>
                </a:ext>
              </a:extLst>
            </p:cNvPr>
            <p:cNvSpPr/>
            <p:nvPr/>
          </p:nvSpPr>
          <p:spPr>
            <a:xfrm>
              <a:off x="8768606" y="4085614"/>
              <a:ext cx="774103" cy="5206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对象</a:t>
              </a: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51187F63-58DD-8043-ED51-4DDEA5D0D85A}"/>
                </a:ext>
              </a:extLst>
            </p:cNvPr>
            <p:cNvCxnSpPr>
              <a:stCxn id="37" idx="3"/>
              <a:endCxn id="99" idx="1"/>
            </p:cNvCxnSpPr>
            <p:nvPr/>
          </p:nvCxnSpPr>
          <p:spPr>
            <a:xfrm flipV="1">
              <a:off x="7905749" y="4345964"/>
              <a:ext cx="86285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E8E2967D-2E65-31AA-0AF3-39562A4C2878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V="1">
              <a:off x="9542709" y="4345963"/>
              <a:ext cx="84589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14" name="对象 113">
              <a:extLst>
                <a:ext uri="{FF2B5EF4-FFF2-40B4-BE49-F238E27FC236}">
                  <a16:creationId xmlns:a16="http://schemas.microsoft.com/office/drawing/2014/main" id="{740D55CF-6670-F479-7D8E-E1E5842307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659634"/>
                </p:ext>
              </p:extLst>
            </p:nvPr>
          </p:nvGraphicFramePr>
          <p:xfrm>
            <a:off x="5571343" y="3793814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5D4AA349-A1AB-C343-A1F7-B60F47D4C1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571343" y="3793814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" name="对象 114">
              <a:extLst>
                <a:ext uri="{FF2B5EF4-FFF2-40B4-BE49-F238E27FC236}">
                  <a16:creationId xmlns:a16="http://schemas.microsoft.com/office/drawing/2014/main" id="{8E7F2E3B-5F3D-1EEB-24B0-3F8F2ECFB4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0120606"/>
                </p:ext>
              </p:extLst>
            </p:nvPr>
          </p:nvGraphicFramePr>
          <p:xfrm>
            <a:off x="5266490" y="4063902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114" name="对象 113">
                          <a:extLst>
                            <a:ext uri="{FF2B5EF4-FFF2-40B4-BE49-F238E27FC236}">
                              <a16:creationId xmlns:a16="http://schemas.microsoft.com/office/drawing/2014/main" id="{740D55CF-6670-F479-7D8E-E1E5842307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66490" y="4063902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" name="对象 115">
              <a:extLst>
                <a:ext uri="{FF2B5EF4-FFF2-40B4-BE49-F238E27FC236}">
                  <a16:creationId xmlns:a16="http://schemas.microsoft.com/office/drawing/2014/main" id="{9EEF42A7-7DD2-FD97-87AB-1A95E5614C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0120606"/>
                </p:ext>
              </p:extLst>
            </p:nvPr>
          </p:nvGraphicFramePr>
          <p:xfrm>
            <a:off x="5596095" y="4537652"/>
            <a:ext cx="274428" cy="274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115" name="对象 114">
                          <a:extLst>
                            <a:ext uri="{FF2B5EF4-FFF2-40B4-BE49-F238E27FC236}">
                              <a16:creationId xmlns:a16="http://schemas.microsoft.com/office/drawing/2014/main" id="{8E7F2E3B-5F3D-1EEB-24B0-3F8F2ECFB4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596095" y="4537652"/>
                          <a:ext cx="274428" cy="2744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" name="对象 116">
              <a:extLst>
                <a:ext uri="{FF2B5EF4-FFF2-40B4-BE49-F238E27FC236}">
                  <a16:creationId xmlns:a16="http://schemas.microsoft.com/office/drawing/2014/main" id="{795DD2FE-25E6-A674-34C0-58DDBFFB15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9318647"/>
                </p:ext>
              </p:extLst>
            </p:nvPr>
          </p:nvGraphicFramePr>
          <p:xfrm>
            <a:off x="2639354" y="3951852"/>
            <a:ext cx="485775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200" imgH="190440" progId="Equation.DSMT4">
                    <p:embed/>
                  </p:oleObj>
                </mc:Choice>
                <mc:Fallback>
                  <p:oleObj name="Equation" r:id="rId10" imgW="241200" imgH="1904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51D1086D-8E63-A5E5-BEDF-77CC64A06B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639354" y="3951852"/>
                          <a:ext cx="485775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" name="对象 117">
              <a:extLst>
                <a:ext uri="{FF2B5EF4-FFF2-40B4-BE49-F238E27FC236}">
                  <a16:creationId xmlns:a16="http://schemas.microsoft.com/office/drawing/2014/main" id="{0CD75520-9F2C-2A50-CB6F-E021EEECBD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073466"/>
                </p:ext>
              </p:extLst>
            </p:nvPr>
          </p:nvGraphicFramePr>
          <p:xfrm>
            <a:off x="6029325" y="3959225"/>
            <a:ext cx="511175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3800" imgH="190440" progId="Equation.DSMT4">
                    <p:embed/>
                  </p:oleObj>
                </mc:Choice>
                <mc:Fallback>
                  <p:oleObj name="Equation" r:id="rId12" imgW="253800" imgH="190440" progId="Equation.DSMT4">
                    <p:embed/>
                    <p:pic>
                      <p:nvPicPr>
                        <p:cNvPr id="117" name="对象 116">
                          <a:extLst>
                            <a:ext uri="{FF2B5EF4-FFF2-40B4-BE49-F238E27FC236}">
                              <a16:creationId xmlns:a16="http://schemas.microsoft.com/office/drawing/2014/main" id="{795DD2FE-25E6-A674-34C0-58DDBFFB15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029325" y="3959225"/>
                          <a:ext cx="511175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" name="对象 118">
              <a:extLst>
                <a:ext uri="{FF2B5EF4-FFF2-40B4-BE49-F238E27FC236}">
                  <a16:creationId xmlns:a16="http://schemas.microsoft.com/office/drawing/2014/main" id="{C689A059-BDBD-9ABA-234C-776DF5CD4E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7781546"/>
                </p:ext>
              </p:extLst>
            </p:nvPr>
          </p:nvGraphicFramePr>
          <p:xfrm>
            <a:off x="9723438" y="3927475"/>
            <a:ext cx="485775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41200" imgH="190440" progId="Equation.DSMT4">
                    <p:embed/>
                  </p:oleObj>
                </mc:Choice>
                <mc:Fallback>
                  <p:oleObj name="Equation" r:id="rId14" imgW="241200" imgH="190440" progId="Equation.DSMT4">
                    <p:embed/>
                    <p:pic>
                      <p:nvPicPr>
                        <p:cNvPr id="118" name="对象 117">
                          <a:extLst>
                            <a:ext uri="{FF2B5EF4-FFF2-40B4-BE49-F238E27FC236}">
                              <a16:creationId xmlns:a16="http://schemas.microsoft.com/office/drawing/2014/main" id="{0CD75520-9F2C-2A50-CB6F-E021EEECBD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723438" y="3927475"/>
                          <a:ext cx="485775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5691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Office 主题​​</vt:lpstr>
      <vt:lpstr>MathType 7.0 Equation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哲雄 王</dc:creator>
  <cp:lastModifiedBy>哲雄 王</cp:lastModifiedBy>
  <cp:revision>2</cp:revision>
  <dcterms:created xsi:type="dcterms:W3CDTF">2025-01-08T06:51:36Z</dcterms:created>
  <dcterms:modified xsi:type="dcterms:W3CDTF">2025-01-08T09:56:36Z</dcterms:modified>
</cp:coreProperties>
</file>